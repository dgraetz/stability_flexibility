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4" d="100"/>
          <a:sy n="114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4CFB-14DB-DBF8-62D9-6E718FD75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AD0D5-E0FB-EC88-5129-BA593B410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B5C22-019C-0ECB-6D32-A814785B7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85CB6-05BD-B71A-CA22-947E1995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6F7E2-BA41-6E28-8DE9-713C1F02E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4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55573-8286-B1CF-6A3E-1ED2DE991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9CE38-2094-57B8-D4F5-634A98DCE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A0006-8BB8-1661-A85F-EB8CE87D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BF851-C8EE-003F-20B4-05AE30269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5E448-A737-AD36-A7C7-F251E0F9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4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6981-3620-1A23-8BED-BCD217750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8279D-15E1-D2D6-C209-0EE72CD31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5603-6FF3-22DE-B207-BB42A58C9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CD327-EBCF-5AB3-D2B5-B1577777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8999F-682B-C19B-13CD-C78B9A8A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B2F3-9BDE-4F5A-ACF5-56814845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91E02-8C73-FEBD-B8EE-8C755F45F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418C5-72A1-C62A-AF1E-DFB965AD3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89965-D374-6FDE-96E2-339A137A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4946-3B05-E614-87D2-D30CA0591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C52BB-50AF-ABE7-567E-FE96D70F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8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38EFD-D9A4-B9CA-ED98-1B4BECF7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E7620-EC55-0E2A-6BB6-2150275F8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65069-D286-403A-BF61-AAD0BF89E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AC241-178C-B867-0774-11FCC7FAA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AE692A-2818-2662-9A87-59809C5A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2D8999-13A2-6685-2FF8-FF778D23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6620B1-5F13-99DD-0415-3FB66D28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7435A-1161-AFF6-A15F-9F75E309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F954-9893-ABCC-302A-FE8A19B84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FFB2-9094-8AD8-F324-70BA21F3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0CD87-4D9C-7317-EFC8-105257531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C7EF9-0423-8392-5B91-FCF349CF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6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E2F45-6B7B-DDEB-E3D5-0A0BC5823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E3634-2FE4-8C44-21C1-A11621FD1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9F63D-CD4C-B86C-D7EE-4A191D1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6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28CD-8378-921B-7275-5B20255C6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A2065-4DA6-D58E-71BD-7D9071A4F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A389A-BBF8-9EDC-04CF-3C69C67F3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9563B-D966-B78D-0AF0-6410C7FD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8B0E6-41B5-EFCB-0484-8C195877D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2D0C-F1CA-3C9B-1009-900CFAF1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72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7F73-43D6-5313-E2EA-74B496BB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877BDF-0AB2-AFB8-572E-13844103D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2EDF2-D495-5DA8-889C-0126FF373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9BCCC-724F-3B45-2067-BA6F392A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89948-8CED-9853-A80B-89AD195CD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68871-DA09-1B2C-47F5-6B4BCA31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46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285F-368B-BB67-9519-480A4905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4BA92-F2A8-FA3D-41F2-25823F204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68AD0-089D-3AB0-6825-25BF725F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81550-4DAE-EFD9-C5E5-A9CF68B9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D5B48-8773-E5BB-FE28-0CE6AEF5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560020-3AB4-2B0D-F584-14DC9DE0D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644B53-7B10-B09E-F199-DE0DFB37C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581A5-840F-0AC5-7B01-66A8BDBD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8F8F4-F2D2-A83F-9E1A-9E2CF1DC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46FA0-6182-E1B6-BFEE-8B2501E1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9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11673-A80B-D5A5-05E2-96B78594F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30DC8-2207-E427-EF66-2DA41389B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E118C-F11D-57D2-C07D-FBF4F8136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F5332-3A74-7D40-8BE9-5A0AF946DD1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E1C3-7114-A7E2-179C-062829C5B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7C69A-ABD5-580B-A2A7-A8486C68B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AC6E2-30A1-D646-970F-8C023230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9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5952-0E75-D756-07FF-433ABC1EC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4D713-4829-B207-8664-9C141065EB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41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Graetz</dc:creator>
  <cp:lastModifiedBy>Dominik Graetz</cp:lastModifiedBy>
  <cp:revision>1</cp:revision>
  <dcterms:created xsi:type="dcterms:W3CDTF">2026-05-11T20:29:28Z</dcterms:created>
  <dcterms:modified xsi:type="dcterms:W3CDTF">2026-05-11T20:29:57Z</dcterms:modified>
</cp:coreProperties>
</file>